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YvrKdcLlsud4AyameLJbKZ+ld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73DE12-4DCE-4DAB-AACC-43192469D95F}">
  <a:tblStyle styleId="{7B73DE12-4DCE-4DAB-AACC-43192469D95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3B82F6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60A5FA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731520" y="1097280"/>
            <a:ext cx="6858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PROJECT REVIEW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31520" y="23317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31520" y="3017520"/>
            <a:ext cx="9144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31520" y="333756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A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8DAF0"/>
                </a:solidFill>
                <a:latin typeface="Calibri"/>
                <a:ea typeface="Calibri"/>
                <a:cs typeface="Calibri"/>
                <a:sym typeface="Calibri"/>
              </a:rPr>
              <a:t>Thamilarasu JM  |  29-05-2026  |  AI Team — FOFiTOS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/ 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Project Overview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640080" y="868680"/>
            <a:ext cx="1280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solidFill>
            <a:srgbClr val="F0F4FA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40080" y="1188720"/>
            <a:ext cx="37490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15544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1554480" y="15544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005840" y="219456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FOFiTOS — Honest Cloud-Kitchen Storefront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005840" y="3017520"/>
            <a:ext cx="3017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200"/>
              <a:buFont typeface="Calibri"/>
              <a:buNone/>
            </a:pPr>
            <a:b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Project Lead: AI Team  |  Timeline: Mar 2026 – May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754880" y="1188720"/>
            <a:ext cx="3749040" cy="329184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120640" y="14630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Snapshot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120640" y="2057400"/>
            <a:ext cx="3017520" cy="594360"/>
          </a:xfrm>
          <a:prstGeom prst="rect">
            <a:avLst/>
          </a:prstGeom>
          <a:solidFill>
            <a:srgbClr val="11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349240" y="212140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A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AF0"/>
                </a:solidFill>
                <a:latin typeface="Calibri"/>
                <a:ea typeface="Calibri"/>
                <a:cs typeface="Calibri"/>
                <a:sym typeface="Calibri"/>
              </a:rPr>
              <a:t>Duration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349240" y="233172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Months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120640" y="2834640"/>
            <a:ext cx="3017520" cy="594360"/>
          </a:xfrm>
          <a:prstGeom prst="rect">
            <a:avLst/>
          </a:prstGeom>
          <a:solidFill>
            <a:srgbClr val="11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349240" y="289864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A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AF0"/>
                </a:solidFill>
                <a:latin typeface="Calibri"/>
                <a:ea typeface="Calibri"/>
                <a:cs typeface="Calibri"/>
                <a:sym typeface="Calibri"/>
              </a:rPr>
              <a:t>Team 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349240" y="31089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Members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120640" y="3611880"/>
            <a:ext cx="3017520" cy="594360"/>
          </a:xfrm>
          <a:prstGeom prst="rect">
            <a:avLst/>
          </a:prstGeom>
          <a:solidFill>
            <a:srgbClr val="11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349240" y="367588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A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AF0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349240" y="388620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 Track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Purpose of the Project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40080" y="868680"/>
            <a:ext cx="1280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868680" y="1508760"/>
            <a:ext cx="1005840" cy="1005840"/>
          </a:xfrm>
          <a:prstGeom prst="ellipse">
            <a:avLst/>
          </a:prstGeom>
          <a:solidFill>
            <a:srgbClr val="F0F4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992" y="1719072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2194560" y="1554480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Why This Project Exists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194560" y="2011680"/>
            <a:ext cx="6217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FOFiTOS makes a cloud kitchen menu fully transparent for customers and effortless to maintain for admins. Customers see real macros, ingredients and reviews; admins manage every product, image, video and link from a single panel.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40080" y="3291840"/>
            <a:ext cx="2560320" cy="1371600"/>
          </a:xfrm>
          <a:prstGeom prst="rect">
            <a:avLst/>
          </a:prstGeom>
          <a:solidFill>
            <a:srgbClr val="F0F4FA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40080" y="3291840"/>
            <a:ext cx="25603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22960" y="34747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Business Problem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22960" y="384048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Cloud-kitchen menus on aggregators hide ingredients and macros, and admins juggle Zomato, Swiggy and spreadsheets just to keep prices, photos and links in sync.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447288" y="3291840"/>
            <a:ext cx="2560320" cy="1371600"/>
          </a:xfrm>
          <a:prstGeom prst="rect">
            <a:avLst/>
          </a:prstGeom>
          <a:solidFill>
            <a:srgbClr val="F0F4FA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447288" y="3291840"/>
            <a:ext cx="25603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630168" y="34747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Strategic Alignment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630168" y="384048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Backs Dr. Prabhakar Raj's 'Doctor Farmer' promise of full farm-to-plate transparency and gives MHSTechIT a re-usable, low-cost storefront platform for future brands.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254496" y="3291840"/>
            <a:ext cx="2560320" cy="1371600"/>
          </a:xfrm>
          <a:prstGeom prst="rect">
            <a:avLst/>
          </a:prstGeom>
          <a:solidFill>
            <a:srgbClr val="F0F4FA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254496" y="3291840"/>
            <a:ext cx="25603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437376" y="34747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Urgency / Timing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437376" y="384048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Production QR codes are already live. Every week of delay = lost repeat orders and more manual admin edits across three different tools.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Goals &amp; Objectives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40080" y="868680"/>
            <a:ext cx="1280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40080" y="1188720"/>
            <a:ext cx="3886200" cy="1554480"/>
          </a:xfrm>
          <a:prstGeom prst="rect">
            <a:avLst/>
          </a:prstGeom>
          <a:solidFill>
            <a:srgbClr val="F0F4FA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68680" y="150876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" y="16276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1691640" y="14173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Goal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691640" y="1783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Customer-facing menu with full nutrition transparency — calorie donut (4-4-9 rule), ingredients, tags and veg/non-veg badges.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800600" y="1188720"/>
            <a:ext cx="3886200" cy="1554480"/>
          </a:xfrm>
          <a:prstGeom prst="rect">
            <a:avLst/>
          </a:prstGeom>
          <a:solidFill>
            <a:srgbClr val="F0F4FA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029200" y="150876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" name="Google Shape;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072" y="16276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5852160" y="14173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Goal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852160" y="1783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Single admin panel for products, categories, media, QR links and reviews — replaces every manual spreadsheet edit.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40080" y="3017520"/>
            <a:ext cx="3886200" cy="1554480"/>
          </a:xfrm>
          <a:prstGeom prst="rect">
            <a:avLst/>
          </a:prstGeom>
          <a:solidFill>
            <a:srgbClr val="F0F4FA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68680" y="333756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7" name="Google Shape;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" y="34564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/>
          <p:nvPr/>
        </p:nvSpPr>
        <p:spPr>
          <a:xfrm>
            <a:off x="1691640" y="32461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Goal 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691640" y="36118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Separate Marketing &amp; R&amp;D logins with independent passwords and audit-stamped edits ('done by' + timestamp on every change).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800600" y="3017520"/>
            <a:ext cx="3886200" cy="1554480"/>
          </a:xfrm>
          <a:prstGeom prst="rect">
            <a:avLst/>
          </a:prstGeom>
          <a:solidFill>
            <a:srgbClr val="F0F4FA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029200" y="333756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072" y="34564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5852160" y="32461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Goal 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852160" y="36118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Self-hosted on low-cost Postgres + Node — no SaaS lock-in, deployable on any cloud or on-prem server.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/ 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Benefits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40080" y="868680"/>
            <a:ext cx="128016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40080" y="1188720"/>
            <a:ext cx="7863840" cy="621792"/>
          </a:xfrm>
          <a:prstGeom prst="rect">
            <a:avLst/>
          </a:prstGeom>
          <a:solidFill>
            <a:srgbClr val="11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31673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>
            <a:off x="1463040" y="12618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Growth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463040" y="1508760"/>
            <a:ext cx="6675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A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AF0"/>
                </a:solidFill>
                <a:latin typeface="Calibri"/>
                <a:ea typeface="Calibri"/>
                <a:cs typeface="Calibri"/>
                <a:sym typeface="Calibri"/>
              </a:rPr>
              <a:t>Direct ordering via on-page QR + boosted repeat orders driven by transparent nutrition data customers can trust.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40080" y="1938528"/>
            <a:ext cx="7863840" cy="621792"/>
          </a:xfrm>
          <a:prstGeom prst="rect">
            <a:avLst/>
          </a:prstGeom>
          <a:solidFill>
            <a:srgbClr val="11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8" name="Google Shape;1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0665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/>
          <p:nvPr/>
        </p:nvSpPr>
        <p:spPr>
          <a:xfrm>
            <a:off x="1463040" y="201168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 Efficiency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463040" y="2258568"/>
            <a:ext cx="6675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A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AF0"/>
                </a:solidFill>
                <a:latin typeface="Calibri"/>
                <a:ea typeface="Calibri"/>
                <a:cs typeface="Calibri"/>
                <a:sym typeface="Calibri"/>
              </a:rPr>
              <a:t>Live macro preview, auto-filled Calories (4-4-9) and one-click ON/OFF visibility toggles cut product-update time by ~80%.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40080" y="2688336"/>
            <a:ext cx="7863840" cy="621792"/>
          </a:xfrm>
          <a:prstGeom prst="rect">
            <a:avLst/>
          </a:prstGeom>
          <a:solidFill>
            <a:srgbClr val="11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8163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1463040" y="276148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 Satisfaction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1463040" y="3008376"/>
            <a:ext cx="6675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A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AF0"/>
                </a:solidFill>
                <a:latin typeface="Calibri"/>
                <a:ea typeface="Calibri"/>
                <a:cs typeface="Calibri"/>
                <a:sym typeface="Calibri"/>
              </a:rPr>
              <a:t>'Nothing to Hide' donut, full ingredient list and verified reviews give customers complete confidence in every dish.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40080" y="3438144"/>
            <a:ext cx="7863840" cy="621792"/>
          </a:xfrm>
          <a:prstGeom prst="rect">
            <a:avLst/>
          </a:prstGeom>
          <a:solidFill>
            <a:srgbClr val="11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566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1463040" y="3511296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Competitive Advantage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463040" y="3758184"/>
            <a:ext cx="6675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A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AF0"/>
                </a:solidFill>
                <a:latin typeface="Calibri"/>
                <a:ea typeface="Calibri"/>
                <a:cs typeface="Calibri"/>
                <a:sym typeface="Calibri"/>
              </a:rPr>
              <a:t>Own-brand storefront beyond Zomato/Swiggy listings — protects margins and keeps direct customer relationships.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40080" y="4187952"/>
            <a:ext cx="7863840" cy="621792"/>
          </a:xfrm>
          <a:prstGeom prst="rect">
            <a:avLst/>
          </a:prstGeom>
          <a:solidFill>
            <a:srgbClr val="11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3159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1463040" y="4261104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463040" y="4507992"/>
            <a:ext cx="6675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A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AF0"/>
                </a:solidFill>
                <a:latin typeface="Calibri"/>
                <a:ea typeface="Calibri"/>
                <a:cs typeface="Calibri"/>
                <a:sym typeface="Calibri"/>
              </a:rPr>
              <a:t>Postgres + REST API + React stack scales to thousands of products and supports new departments or brands without code changes.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Expected vs Actual Results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40080" y="868680"/>
            <a:ext cx="1280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1" name="Google Shape;131;p6"/>
          <p:cNvGraphicFramePr/>
          <p:nvPr/>
        </p:nvGraphicFramePr>
        <p:xfrm>
          <a:off x="64008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{7B73DE12-4DCE-4DAB-AACC-43192469D95F}</a:tableStyleId>
              </a:tblPr>
              <a:tblGrid>
                <a:gridCol w="3108950"/>
                <a:gridCol w="1645925"/>
                <a:gridCol w="1645925"/>
                <a:gridCol w="14630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Expected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Product-update time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&lt;= 5 min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 2 min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-60%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Nutrition transparency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products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ON products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target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 tools needed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panel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panel (replaced 3)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 tools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QR ordering uptime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99.9%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+0.9%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Calorie display precision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Clean integers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1-decimal everywhere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target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6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Tip: Highlight variances with green (positive) and red (negative) to quickly convey performance.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Project Status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40080" y="868680"/>
            <a:ext cx="1280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40080" y="1188720"/>
            <a:ext cx="256032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40080" y="11887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 Track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3447288" y="1188720"/>
            <a:ext cx="2560320" cy="548640"/>
          </a:xfrm>
          <a:prstGeom prst="rect">
            <a:avLst/>
          </a:prstGeom>
          <a:solidFill>
            <a:srgbClr val="F59E0B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447288" y="11887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 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254496" y="1188720"/>
            <a:ext cx="2560320" cy="548640"/>
          </a:xfrm>
          <a:prstGeom prst="rect">
            <a:avLst/>
          </a:prstGeom>
          <a:solidFill>
            <a:srgbClr val="EF4444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254496" y="11887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Delayed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40080" y="17830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Currently: On Track — final QA round in progress before launch.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Milestones &amp; Progress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40080" y="2788920"/>
            <a:ext cx="7863840" cy="43891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40080" y="2788920"/>
            <a:ext cx="7863840" cy="438912"/>
          </a:xfrm>
          <a:prstGeom prst="rect">
            <a:avLst/>
          </a:prstGeom>
          <a:solidFill>
            <a:srgbClr val="10B98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914400" y="278892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Phase 1:  Planning &amp; Research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400800" y="278892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40080" y="3337560"/>
            <a:ext cx="7863840" cy="43891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40080" y="3337560"/>
            <a:ext cx="3931920" cy="438912"/>
          </a:xfrm>
          <a:prstGeom prst="rect">
            <a:avLst/>
          </a:pr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914400" y="333756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Phase 2:  Development &amp; 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400800" y="333756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40080" y="3886200"/>
            <a:ext cx="7863840" cy="43891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914400" y="388620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Phase 3:  Testing &amp; QA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400800" y="388620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40080" y="4434840"/>
            <a:ext cx="7863840" cy="43891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914400" y="443484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Phase 4:  Launch &amp; Customer 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400800" y="443484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Upcoming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3B82F6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60A5FA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3931920" y="2377440"/>
            <a:ext cx="1280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2026-05-28T06:56:54Z</dcterms:created>
  <dc:creator>Team Projects</dc:creator>
</cp:coreProperties>
</file>